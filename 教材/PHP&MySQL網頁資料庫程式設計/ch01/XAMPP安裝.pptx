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630" r:id="rId2"/>
    <p:sldId id="7656" r:id="rId3"/>
    <p:sldId id="7657" r:id="rId4"/>
    <p:sldId id="7658" r:id="rId5"/>
    <p:sldId id="7659" r:id="rId6"/>
    <p:sldId id="7660" r:id="rId7"/>
    <p:sldId id="7661" r:id="rId8"/>
    <p:sldId id="7662" r:id="rId9"/>
    <p:sldId id="7663" r:id="rId10"/>
    <p:sldId id="7664" r:id="rId11"/>
    <p:sldId id="7665" r:id="rId12"/>
    <p:sldId id="7666" r:id="rId13"/>
    <p:sldId id="7667" r:id="rId14"/>
    <p:sldId id="7668" r:id="rId15"/>
    <p:sldId id="7669" r:id="rId16"/>
    <p:sldId id="76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5317" autoAdjust="0"/>
  </p:normalViewPr>
  <p:slideViewPr>
    <p:cSldViewPr snapToGrid="0">
      <p:cViewPr varScale="1">
        <p:scale>
          <a:sx n="74" d="100"/>
          <a:sy n="74" d="100"/>
        </p:scale>
        <p:origin x="471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60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A99781D-8CC5-3888-5356-106C252AA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400415-194A-E754-81A9-FB4D628EE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C5146-FE87-45DC-9F7A-852F97AD3525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66F587-7FAC-1557-2F5B-0AADA8C921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8FA03A-4728-AFD2-A44B-354D8E0860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0167D-598F-478A-87DE-32B72930B1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90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51325-44B5-4B15-A551-A61A79A305DE}" type="datetimeFigureOut">
              <a:rPr lang="zh-CN" altLang="en-US" smtClean="0"/>
              <a:t>2025/10/6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793FC-B9DE-4853-870F-B5DB9A952A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313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3882FB3-418F-49F1-A1A6-86E3E5219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99"/>
          <a:stretch/>
        </p:blipFill>
        <p:spPr>
          <a:xfrm>
            <a:off x="0" y="0"/>
            <a:ext cx="4595964" cy="4660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24955D-E53E-4330-81C9-6DE22EF1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6206" y="1432211"/>
            <a:ext cx="4935794" cy="5425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432F1D-C345-6F68-03F2-CA301D43C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139" y="2577382"/>
            <a:ext cx="8169721" cy="1373647"/>
          </a:xfrm>
        </p:spPr>
        <p:txBody>
          <a:bodyPr anchor="ctr">
            <a:normAutofit/>
          </a:bodyPr>
          <a:lstStyle>
            <a:lvl1pPr algn="ctr">
              <a:defRPr sz="4400" b="1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62A9A5AA-6DE7-18F5-8E6C-CB43E191A403}"/>
              </a:ext>
            </a:extLst>
          </p:cNvPr>
          <p:cNvSpPr/>
          <p:nvPr userDrawn="1"/>
        </p:nvSpPr>
        <p:spPr>
          <a:xfrm>
            <a:off x="6017623" y="4837332"/>
            <a:ext cx="163773" cy="16377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4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44C24D63-C12A-25FC-6C3A-15C6F620994B}"/>
              </a:ext>
            </a:extLst>
          </p:cNvPr>
          <p:cNvSpPr/>
          <p:nvPr userDrawn="1"/>
        </p:nvSpPr>
        <p:spPr>
          <a:xfrm>
            <a:off x="6281483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0F8191E4-A18B-52C7-C513-D24B8AA69514}"/>
              </a:ext>
            </a:extLst>
          </p:cNvPr>
          <p:cNvSpPr/>
          <p:nvPr userDrawn="1"/>
        </p:nvSpPr>
        <p:spPr>
          <a:xfrm flipH="1">
            <a:off x="2750971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5C35-7803-6D59-AFD6-C5546255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571955"/>
            <a:ext cx="2124894" cy="286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Php &amp; my sql </a:t>
            </a:r>
            <a:r>
              <a:rPr lang="zh-TW" altLang="en-US"/>
              <a:t> 課程                  </a:t>
            </a: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449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1302 0.00046 L 1.04167E-6 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-2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138 1.11111E-6 L -2.29167E-6 1.1111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7728734-F8F9-4C88-993B-AD792CD56D89}"/>
              </a:ext>
            </a:extLst>
          </p:cNvPr>
          <p:cNvGrpSpPr/>
          <p:nvPr userDrawn="1"/>
        </p:nvGrpSpPr>
        <p:grpSpPr>
          <a:xfrm>
            <a:off x="295071" y="1902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6DC0884-6A83-48BA-AAF8-3B7EB24F2D4E}"/>
                </a:ext>
              </a:extLst>
            </p:cNvPr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349408B6-9696-4A5B-A103-E1EE4FB46197}"/>
                  </a:ext>
                </a:extLst>
              </p:cNvPr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BC7BAA39-3124-4873-A47F-BED4F34F6883}"/>
                  </a:ext>
                </a:extLst>
              </p:cNvPr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4B5EC67-E582-47F5-AD80-247E1E58B109}"/>
                </a:ext>
              </a:extLst>
            </p:cNvPr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75435F8-A470-4185-91DA-FD983119D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565"/>
          <a:stretch/>
        </p:blipFill>
        <p:spPr>
          <a:xfrm>
            <a:off x="5372100" y="6019799"/>
            <a:ext cx="6819900" cy="8382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B3CD0BC-D18B-4A9C-ADD3-6443622D574A}"/>
              </a:ext>
            </a:extLst>
          </p:cNvPr>
          <p:cNvSpPr/>
          <p:nvPr userDrawn="1"/>
        </p:nvSpPr>
        <p:spPr>
          <a:xfrm>
            <a:off x="0" y="6429375"/>
            <a:ext cx="5372100" cy="428625"/>
          </a:xfrm>
          <a:prstGeom prst="rect">
            <a:avLst/>
          </a:prstGeom>
          <a:gradFill flip="none" rotWithShape="1">
            <a:gsLst>
              <a:gs pos="58000">
                <a:schemeClr val="accent2"/>
              </a:gs>
              <a:gs pos="58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BEE157-F2A3-9A93-9707-9D296874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64" y="171177"/>
            <a:ext cx="10701092" cy="569052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15B001-787B-FFB5-6B2A-6EE1F388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10701092" cy="5049254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09D2A5-33AF-B7F8-966B-BA582D5C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6473" y="6054635"/>
            <a:ext cx="6497076" cy="274320"/>
          </a:xfrm>
        </p:spPr>
        <p:txBody>
          <a:bodyPr/>
          <a:lstStyle/>
          <a:p>
            <a:pPr>
              <a:defRPr/>
            </a:pP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BAD842-DBB7-F5EA-1788-9FB8BD0F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5516" y="6053335"/>
            <a:ext cx="1071936" cy="274320"/>
          </a:xfrm>
        </p:spPr>
        <p:txBody>
          <a:bodyPr/>
          <a:lstStyle>
            <a:lvl1pPr algn="r">
              <a:defRPr b="1"/>
            </a:lvl1pPr>
          </a:lstStyle>
          <a:p>
            <a:pPr>
              <a:defRPr/>
            </a:pPr>
            <a:fld id="{A664C07F-1B4E-4B53-AA43-54279C4DA7C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996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EA2FAB7-23F0-91EE-3B46-AE9A0469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86" y="315250"/>
            <a:ext cx="1113651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2364DB-2433-6FEA-3E13-41BCDB08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587" y="2016034"/>
            <a:ext cx="1113652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42B31BD-0CB1-21AE-3C7D-ADF3F224F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588" y="6200738"/>
            <a:ext cx="24680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5ED0061-284E-1375-EBF5-3B69A4916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83557" y="6200738"/>
            <a:ext cx="728834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86B3E7E-4EBB-C1F2-2727-E4DAE819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75552" y="6200738"/>
            <a:ext cx="11155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8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apachefriends.org/zh_tw/download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B72E3-1D1E-A70B-2F94-63AE9B1F5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pc="-150" dirty="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安裝</a:t>
            </a:r>
            <a:r>
              <a:rPr lang="en-US" altLang="zh-TW" spc="-150" dirty="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XAMPP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400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A7ACF-620D-8C09-0EC1-83AC3CB3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XAMPP download </a:t>
            </a:r>
            <a:r>
              <a:rPr lang="zh-TW" altLang="en-US" dirty="0"/>
              <a:t>連結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B59F1D-C64D-0F4A-CC5F-D51B42BA7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/>
              </a:rPr>
              <a:t>https://www.apachefriends.org/zh_tw/download.html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FAD784-E369-AE20-E8F2-0FE7C31C2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18" y="1545476"/>
            <a:ext cx="8502314" cy="446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8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40AA5B-64EB-062F-515B-3677A123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15" y="914399"/>
            <a:ext cx="6251717" cy="52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9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DF2E333-0CFB-22ED-428A-04179EBB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85" y="876692"/>
            <a:ext cx="6417376" cy="538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CF0084-260A-B59C-74EC-3A0CF055D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19" y="998909"/>
            <a:ext cx="6026299" cy="50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4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494CA17-1C96-CE68-D03E-B9604D99E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56" y="740229"/>
            <a:ext cx="6641544" cy="55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2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D8C68B-99EA-62FE-75CB-40C953AE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71" y="740229"/>
            <a:ext cx="6581944" cy="552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3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安裝步驟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9DC63F2-E62A-09C7-65AA-95D3385B8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36" y="810706"/>
            <a:ext cx="6410581" cy="53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41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Panel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E1A53B4-9143-5349-D616-C34D51B5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27" y="1046373"/>
            <a:ext cx="7821475" cy="50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7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B4346-B693-DF41-997B-DAF3B932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如需更改</a:t>
            </a:r>
            <a:r>
              <a:rPr lang="en-US" altLang="zh-TW" dirty="0"/>
              <a:t>port 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DB9A093-5D15-DAE3-5856-A86EDE65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64" y="1140643"/>
            <a:ext cx="8495779" cy="498848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80DA3BC-8C65-6268-1C70-75EEA9E20AEB}"/>
              </a:ext>
            </a:extLst>
          </p:cNvPr>
          <p:cNvSpPr/>
          <p:nvPr/>
        </p:nvSpPr>
        <p:spPr>
          <a:xfrm>
            <a:off x="6523348" y="2413262"/>
            <a:ext cx="2045617" cy="245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47596B-4EB3-66CE-26F7-62AA79AE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如需更改</a:t>
            </a:r>
            <a:r>
              <a:rPr lang="en-US" altLang="zh-TW" dirty="0"/>
              <a:t>port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17742C-3A85-6630-3237-E9B2BFEC1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5E2691-5C02-52D4-E529-64355ACB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852128"/>
            <a:ext cx="9878804" cy="515374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3CC765F-57DF-7FA6-3C34-03023892FDBE}"/>
              </a:ext>
            </a:extLst>
          </p:cNvPr>
          <p:cNvSpPr txBox="1"/>
          <p:nvPr/>
        </p:nvSpPr>
        <p:spPr>
          <a:xfrm>
            <a:off x="2620652" y="289402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改完記得儲存檔案</a:t>
            </a:r>
          </a:p>
        </p:txBody>
      </p:sp>
    </p:spTree>
    <p:extLst>
      <p:ext uri="{BB962C8B-B14F-4D97-AF65-F5344CB8AC3E}">
        <p14:creationId xmlns:p14="http://schemas.microsoft.com/office/powerpoint/2010/main" val="2958492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8587-EEA8-D223-4A5A-EA11A05D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如果</a:t>
            </a:r>
            <a:r>
              <a:rPr lang="en-US" altLang="zh-TW" dirty="0"/>
              <a:t>XAMPP</a:t>
            </a:r>
            <a:r>
              <a:rPr lang="zh-TW" altLang="en-US" dirty="0"/>
              <a:t>控制面板也使用</a:t>
            </a:r>
            <a:r>
              <a:rPr lang="en-US" altLang="zh-TW" dirty="0"/>
              <a:t>8080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0EE0B7-AE09-3260-311E-ED3703930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請按控制面板上的</a:t>
            </a:r>
            <a:r>
              <a:rPr lang="en-US" altLang="zh-TW" dirty="0"/>
              <a:t>Config</a:t>
            </a:r>
            <a:r>
              <a:rPr lang="zh-TW" altLang="en-US" dirty="0"/>
              <a:t>鈕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EA07D62-C789-49D9-3390-CBD7B3199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89" y="1338607"/>
            <a:ext cx="6966932" cy="52460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C9F938-928B-6C8A-C66D-869F9632F953}"/>
              </a:ext>
            </a:extLst>
          </p:cNvPr>
          <p:cNvSpPr/>
          <p:nvPr/>
        </p:nvSpPr>
        <p:spPr>
          <a:xfrm>
            <a:off x="5165501" y="5396844"/>
            <a:ext cx="2045617" cy="245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74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8587-EEA8-D223-4A5A-EA11A05D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如果</a:t>
            </a:r>
            <a:r>
              <a:rPr lang="en-US" altLang="zh-TW" dirty="0"/>
              <a:t>XAMPP</a:t>
            </a:r>
            <a:r>
              <a:rPr lang="zh-TW" altLang="en-US" dirty="0"/>
              <a:t>控制面板也使用</a:t>
            </a:r>
            <a:r>
              <a:rPr lang="en-US" altLang="zh-TW" dirty="0"/>
              <a:t>8080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1B3510D-42B6-0EEA-E503-EC1CA8856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764" y="1378467"/>
            <a:ext cx="6668431" cy="3734321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C9F938-928B-6C8A-C66D-869F9632F953}"/>
              </a:ext>
            </a:extLst>
          </p:cNvPr>
          <p:cNvSpPr/>
          <p:nvPr/>
        </p:nvSpPr>
        <p:spPr>
          <a:xfrm>
            <a:off x="3393648" y="4081806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711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898587-EEA8-D223-4A5A-EA11A05D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啟動與停止</a:t>
            </a:r>
            <a:r>
              <a:rPr lang="en-US" altLang="zh-TW" dirty="0"/>
              <a:t>Apache </a:t>
            </a:r>
            <a:r>
              <a:rPr lang="zh-TW" altLang="en-US" dirty="0"/>
              <a:t>和 </a:t>
            </a:r>
            <a:r>
              <a:rPr lang="en-US" altLang="zh-TW" dirty="0"/>
              <a:t>MySQL </a:t>
            </a:r>
            <a:r>
              <a:rPr lang="zh-TW" altLang="en-US" dirty="0"/>
              <a:t>伺服器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C9F938-928B-6C8A-C66D-869F9632F953}"/>
              </a:ext>
            </a:extLst>
          </p:cNvPr>
          <p:cNvSpPr/>
          <p:nvPr/>
        </p:nvSpPr>
        <p:spPr>
          <a:xfrm>
            <a:off x="3393648" y="4081806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7975057-6393-4336-A93C-C4007E57E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383" y="1097782"/>
            <a:ext cx="7760638" cy="5049837"/>
          </a:xfr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0394DFA-4BBB-5F28-B2C1-BFA85745E3A0}"/>
              </a:ext>
            </a:extLst>
          </p:cNvPr>
          <p:cNvSpPr/>
          <p:nvPr/>
        </p:nvSpPr>
        <p:spPr>
          <a:xfrm>
            <a:off x="4498156" y="2264004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E0F56-309D-26BE-1919-1745B48D8E6E}"/>
              </a:ext>
            </a:extLst>
          </p:cNvPr>
          <p:cNvSpPr/>
          <p:nvPr/>
        </p:nvSpPr>
        <p:spPr>
          <a:xfrm>
            <a:off x="4498156" y="2618415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9A21A-4FF1-0F6C-79D3-D093B3B2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測試有無安裝成功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140668-520C-1DB9-1980-5B7D855D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請按</a:t>
            </a:r>
            <a:r>
              <a:rPr lang="en-US" altLang="zh-TW" dirty="0"/>
              <a:t>Apache</a:t>
            </a:r>
            <a:r>
              <a:rPr lang="zh-TW" altLang="en-US" dirty="0"/>
              <a:t>這一列的</a:t>
            </a:r>
            <a:r>
              <a:rPr lang="en-US" altLang="zh-TW" dirty="0"/>
              <a:t>Admin</a:t>
            </a:r>
            <a:r>
              <a:rPr lang="zh-TW" altLang="en-US" dirty="0"/>
              <a:t>鈕</a:t>
            </a:r>
          </a:p>
        </p:txBody>
      </p:sp>
      <p:pic>
        <p:nvPicPr>
          <p:cNvPr id="4" name="內容版面配置區 7">
            <a:extLst>
              <a:ext uri="{FF2B5EF4-FFF2-40B4-BE49-F238E27FC236}">
                <a16:creationId xmlns:a16="http://schemas.microsoft.com/office/drawing/2014/main" id="{D01191F1-FA62-08AB-7BDD-0AD2E615B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593114"/>
            <a:ext cx="6854510" cy="44602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33BDAE-98F3-659B-409B-574873F399A6}"/>
              </a:ext>
            </a:extLst>
          </p:cNvPr>
          <p:cNvSpPr/>
          <p:nvPr/>
        </p:nvSpPr>
        <p:spPr>
          <a:xfrm>
            <a:off x="4422741" y="2603369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BA2B17-D83D-A069-BE06-31EBA3D2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" y="1517956"/>
            <a:ext cx="9545687" cy="461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9A21A-4FF1-0F6C-79D3-D093B3B2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測試有無安裝成功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140668-520C-1DB9-1980-5B7D855D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或者於瀏覽器輸入</a:t>
            </a:r>
            <a:r>
              <a:rPr lang="en-US" altLang="zh-TW" dirty="0"/>
              <a:t>http://localhost:8080</a:t>
            </a:r>
            <a:endParaRPr lang="zh-TW" altLang="en-US" dirty="0"/>
          </a:p>
        </p:txBody>
      </p:sp>
      <p:pic>
        <p:nvPicPr>
          <p:cNvPr id="4" name="內容版面配置區 7">
            <a:extLst>
              <a:ext uri="{FF2B5EF4-FFF2-40B4-BE49-F238E27FC236}">
                <a16:creationId xmlns:a16="http://schemas.microsoft.com/office/drawing/2014/main" id="{D01191F1-FA62-08AB-7BDD-0AD2E615B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593114"/>
            <a:ext cx="6854510" cy="44602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33BDAE-98F3-659B-409B-574873F399A6}"/>
              </a:ext>
            </a:extLst>
          </p:cNvPr>
          <p:cNvSpPr/>
          <p:nvPr/>
        </p:nvSpPr>
        <p:spPr>
          <a:xfrm>
            <a:off x="4422741" y="2603369"/>
            <a:ext cx="725865" cy="27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BA2B17-D83D-A069-BE06-31EBA3D2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7" y="1517956"/>
            <a:ext cx="9545687" cy="461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7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7991"/>
      </a:accent1>
      <a:accent2>
        <a:srgbClr val="313846"/>
      </a:accent2>
      <a:accent3>
        <a:srgbClr val="6A7991"/>
      </a:accent3>
      <a:accent4>
        <a:srgbClr val="313846"/>
      </a:accent4>
      <a:accent5>
        <a:srgbClr val="6A7991"/>
      </a:accent5>
      <a:accent6>
        <a:srgbClr val="313846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116</Words>
  <Application>Microsoft Office PowerPoint</Application>
  <PresentationFormat>寬螢幕</PresentationFormat>
  <Paragraphs>21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DIN Mittelschrift Std</vt:lpstr>
      <vt:lpstr>微软雅黑 Light</vt:lpstr>
      <vt:lpstr>华文宋体</vt:lpstr>
      <vt:lpstr>標楷體</vt:lpstr>
      <vt:lpstr>Arial</vt:lpstr>
      <vt:lpstr>Calibri</vt:lpstr>
      <vt:lpstr>第一PPT，www.1ppt.com</vt:lpstr>
      <vt:lpstr>安裝XAMPP</vt:lpstr>
      <vt:lpstr>XAMPP download 連結 </vt:lpstr>
      <vt:lpstr>安裝步驟</vt:lpstr>
      <vt:lpstr>安裝步驟</vt:lpstr>
      <vt:lpstr>安裝步驟</vt:lpstr>
      <vt:lpstr>安裝步驟</vt:lpstr>
      <vt:lpstr>安裝步驟</vt:lpstr>
      <vt:lpstr>安裝步驟</vt:lpstr>
      <vt:lpstr>Control Panel </vt:lpstr>
      <vt:lpstr>如需更改port </vt:lpstr>
      <vt:lpstr>如需更改port </vt:lpstr>
      <vt:lpstr>如果XAMPP控制面板也使用8080</vt:lpstr>
      <vt:lpstr>如果XAMPP控制面板也使用8080</vt:lpstr>
      <vt:lpstr>啟動與停止Apache 和 MySQL 伺服器</vt:lpstr>
      <vt:lpstr>測試有無安裝成功</vt:lpstr>
      <vt:lpstr>測試有無安裝成功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通用商务</dc:title>
  <dc:creator>第一PPT</dc:creator>
  <cp:keywords>www.1ppt.com</cp:keywords>
  <dc:description>www.1ppt.com</dc:description>
  <cp:lastModifiedBy>Philip Jan</cp:lastModifiedBy>
  <cp:revision>47</cp:revision>
  <dcterms:created xsi:type="dcterms:W3CDTF">2018-06-07T08:55:01Z</dcterms:created>
  <dcterms:modified xsi:type="dcterms:W3CDTF">2025-10-06T13:39:13Z</dcterms:modified>
</cp:coreProperties>
</file>