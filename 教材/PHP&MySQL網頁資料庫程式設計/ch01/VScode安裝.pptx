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7630" r:id="rId2"/>
    <p:sldId id="7656" r:id="rId3"/>
    <p:sldId id="7657" r:id="rId4"/>
    <p:sldId id="7658" r:id="rId5"/>
    <p:sldId id="7659" r:id="rId6"/>
    <p:sldId id="7660" r:id="rId7"/>
    <p:sldId id="7661" r:id="rId8"/>
    <p:sldId id="7662" r:id="rId9"/>
    <p:sldId id="7671" r:id="rId10"/>
    <p:sldId id="76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38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78" autoAdjust="0"/>
    <p:restoredTop sz="95317" autoAdjust="0"/>
  </p:normalViewPr>
  <p:slideViewPr>
    <p:cSldViewPr snapToGrid="0">
      <p:cViewPr varScale="1">
        <p:scale>
          <a:sx n="74" d="100"/>
          <a:sy n="74" d="100"/>
        </p:scale>
        <p:origin x="471" y="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60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3A99781D-8CC5-3888-5356-106C252AAAE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8400415-194A-E754-81A9-FB4D628EED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2C5146-FE87-45DC-9F7A-852F97AD3525}" type="datetimeFigureOut">
              <a:rPr lang="zh-TW" altLang="en-US" smtClean="0"/>
              <a:t>2025/10/6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E66F587-7FAC-1557-2F5B-0AADA8C921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28FA03A-4728-AFD2-A44B-354D8E08603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60167D-598F-478A-87DE-32B72930B1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18904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D51325-44B5-4B15-A551-A61A79A305DE}" type="datetimeFigureOut">
              <a:rPr lang="zh-CN" altLang="en-US" smtClean="0"/>
              <a:t>2025/10/6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D793FC-B9DE-4853-870F-B5DB9A952A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801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3138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3882FB3-418F-49F1-A1A6-86E3E52198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699"/>
          <a:stretch/>
        </p:blipFill>
        <p:spPr>
          <a:xfrm>
            <a:off x="0" y="0"/>
            <a:ext cx="4595964" cy="466049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124955D-E53E-4330-81C9-6DE22EF19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56206" y="1432211"/>
            <a:ext cx="4935794" cy="54257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432F1D-C345-6F68-03F2-CA301D43C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1139" y="2577382"/>
            <a:ext cx="8169721" cy="1373647"/>
          </a:xfrm>
        </p:spPr>
        <p:txBody>
          <a:bodyPr anchor="ctr">
            <a:normAutofit/>
          </a:bodyPr>
          <a:lstStyle>
            <a:lvl1pPr algn="ctr">
              <a:defRPr sz="4400" b="1" spc="2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椭圆 28" descr="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">
            <a:extLst>
              <a:ext uri="{FF2B5EF4-FFF2-40B4-BE49-F238E27FC236}">
                <a16:creationId xmlns:a16="http://schemas.microsoft.com/office/drawing/2014/main" id="{62A9A5AA-6DE7-18F5-8E6C-CB43E191A403}"/>
              </a:ext>
            </a:extLst>
          </p:cNvPr>
          <p:cNvSpPr/>
          <p:nvPr userDrawn="1"/>
        </p:nvSpPr>
        <p:spPr>
          <a:xfrm>
            <a:off x="6017623" y="4837332"/>
            <a:ext cx="163773" cy="163773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4" name="任意多边形 12" descr="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">
            <a:extLst>
              <a:ext uri="{FF2B5EF4-FFF2-40B4-BE49-F238E27FC236}">
                <a16:creationId xmlns:a16="http://schemas.microsoft.com/office/drawing/2014/main" id="{44C24D63-C12A-25FC-6C3A-15C6F620994B}"/>
              </a:ext>
            </a:extLst>
          </p:cNvPr>
          <p:cNvSpPr/>
          <p:nvPr userDrawn="1"/>
        </p:nvSpPr>
        <p:spPr>
          <a:xfrm>
            <a:off x="6281483" y="4919114"/>
            <a:ext cx="3125338" cy="0"/>
          </a:xfrm>
          <a:custGeom>
            <a:avLst/>
            <a:gdLst>
              <a:gd name="connsiteX0" fmla="*/ 0 w 3125338"/>
              <a:gd name="connsiteY0" fmla="*/ 0 h 0"/>
              <a:gd name="connsiteX1" fmla="*/ 3125338 w 312533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25338">
                <a:moveTo>
                  <a:pt x="0" y="0"/>
                </a:moveTo>
                <a:lnTo>
                  <a:pt x="3125338" y="0"/>
                </a:lnTo>
              </a:path>
            </a:pathLst>
          </a:custGeom>
          <a:noFill/>
          <a:ln w="12700" cap="flat" cmpd="sng" algn="ctr">
            <a:gradFill>
              <a:gsLst>
                <a:gs pos="100000">
                  <a:srgbClr val="232324"/>
                </a:gs>
                <a:gs pos="0">
                  <a:schemeClr val="bg1"/>
                </a:gs>
              </a:gsLst>
              <a:lin ang="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5" name="任意多边形 13" descr="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">
            <a:extLst>
              <a:ext uri="{FF2B5EF4-FFF2-40B4-BE49-F238E27FC236}">
                <a16:creationId xmlns:a16="http://schemas.microsoft.com/office/drawing/2014/main" id="{0F8191E4-A18B-52C7-C513-D24B8AA69514}"/>
              </a:ext>
            </a:extLst>
          </p:cNvPr>
          <p:cNvSpPr/>
          <p:nvPr userDrawn="1"/>
        </p:nvSpPr>
        <p:spPr>
          <a:xfrm flipH="1">
            <a:off x="2750971" y="4919114"/>
            <a:ext cx="3125338" cy="0"/>
          </a:xfrm>
          <a:custGeom>
            <a:avLst/>
            <a:gdLst>
              <a:gd name="connsiteX0" fmla="*/ 0 w 3125338"/>
              <a:gd name="connsiteY0" fmla="*/ 0 h 0"/>
              <a:gd name="connsiteX1" fmla="*/ 3125338 w 312533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25338">
                <a:moveTo>
                  <a:pt x="0" y="0"/>
                </a:moveTo>
                <a:lnTo>
                  <a:pt x="3125338" y="0"/>
                </a:lnTo>
              </a:path>
            </a:pathLst>
          </a:custGeom>
          <a:noFill/>
          <a:ln w="12700" cap="flat" cmpd="sng" algn="ctr">
            <a:gradFill>
              <a:gsLst>
                <a:gs pos="100000">
                  <a:srgbClr val="232324"/>
                </a:gs>
                <a:gs pos="0">
                  <a:schemeClr val="bg1"/>
                </a:gs>
              </a:gsLst>
              <a:lin ang="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B5C35-7803-6D59-AFD6-C5546255C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58400" y="6571955"/>
            <a:ext cx="2124894" cy="2860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TW"/>
              <a:t>Php &amp; my sql </a:t>
            </a:r>
            <a:r>
              <a:rPr lang="zh-TW" altLang="en-US"/>
              <a:t> 課程                  </a:t>
            </a:r>
            <a:fld id="{44C17B34-3B2B-4648-8E11-108A0E011466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584490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11302 0.00046 L 1.04167E-6 1.11111E-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51" y="-23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1138 1.11111E-6 L -2.29167E-6 1.11111E-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90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4" grpId="1" animBg="1"/>
      <p:bldP spid="5" grpId="0" animBg="1"/>
      <p:bldP spid="5" grpId="1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17728734-F8F9-4C88-993B-AD792CD56D89}"/>
              </a:ext>
            </a:extLst>
          </p:cNvPr>
          <p:cNvGrpSpPr/>
          <p:nvPr userDrawn="1"/>
        </p:nvGrpSpPr>
        <p:grpSpPr>
          <a:xfrm>
            <a:off x="295071" y="190295"/>
            <a:ext cx="406366" cy="418246"/>
            <a:chOff x="848004" y="393400"/>
            <a:chExt cx="406366" cy="418246"/>
          </a:xfrm>
          <a:effectLst>
            <a:outerShdw blurRad="165100" dist="38100" dir="6960000" sx="98000" sy="98000" algn="t" rotWithShape="0">
              <a:prstClr val="black">
                <a:alpha val="34000"/>
              </a:prstClr>
            </a:outerShdw>
          </a:effectLst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26DC0884-6A83-48BA-AAF8-3B7EB24F2D4E}"/>
                </a:ext>
              </a:extLst>
            </p:cNvPr>
            <p:cNvGrpSpPr/>
            <p:nvPr/>
          </p:nvGrpSpPr>
          <p:grpSpPr>
            <a:xfrm>
              <a:off x="848004" y="393400"/>
              <a:ext cx="406366" cy="418246"/>
              <a:chOff x="848005" y="369553"/>
              <a:chExt cx="406366" cy="418246"/>
            </a:xfrm>
          </p:grpSpPr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349408B6-9696-4A5B-A103-E1EE4FB46197}"/>
                  </a:ext>
                </a:extLst>
              </p:cNvPr>
              <p:cNvSpPr/>
              <p:nvPr/>
            </p:nvSpPr>
            <p:spPr>
              <a:xfrm>
                <a:off x="848005" y="369553"/>
                <a:ext cx="406366" cy="41824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>
                <a:outerShdw blurRad="635000" dist="762000" dir="7800000" sx="88000" sy="88000" algn="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BC7BAA39-3124-4873-A47F-BED4F34F6883}"/>
                  </a:ext>
                </a:extLst>
              </p:cNvPr>
              <p:cNvSpPr/>
              <p:nvPr/>
            </p:nvSpPr>
            <p:spPr>
              <a:xfrm>
                <a:off x="856799" y="378604"/>
                <a:ext cx="388778" cy="40014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rgbClr val="FEFEFE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94B5EC67-E582-47F5-AD80-247E1E58B109}"/>
                </a:ext>
              </a:extLst>
            </p:cNvPr>
            <p:cNvSpPr/>
            <p:nvPr/>
          </p:nvSpPr>
          <p:spPr>
            <a:xfrm>
              <a:off x="907857" y="455002"/>
              <a:ext cx="286661" cy="29504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1846" rIns="0" bIns="51846" rtlCol="0" anchor="ctr"/>
            <a:lstStyle/>
            <a:p>
              <a:pPr algn="ctr"/>
              <a:endParaRPr lang="zh-CN" altLang="en-US" sz="3600" dirty="0">
                <a:solidFill>
                  <a:schemeClr val="bg1"/>
                </a:solidFill>
                <a:latin typeface="DIN Mittelschrift Std" pitchFamily="50" charset="0"/>
                <a:ea typeface="微软雅黑" pitchFamily="34" charset="-122"/>
              </a:endParaRP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A75435F8-A470-4185-91DA-FD983119D8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565"/>
          <a:stretch/>
        </p:blipFill>
        <p:spPr>
          <a:xfrm>
            <a:off x="5372100" y="6019799"/>
            <a:ext cx="6819900" cy="838201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BB3CD0BC-D18B-4A9C-ADD3-6443622D574A}"/>
              </a:ext>
            </a:extLst>
          </p:cNvPr>
          <p:cNvSpPr/>
          <p:nvPr userDrawn="1"/>
        </p:nvSpPr>
        <p:spPr>
          <a:xfrm>
            <a:off x="0" y="6429375"/>
            <a:ext cx="5372100" cy="428625"/>
          </a:xfrm>
          <a:prstGeom prst="rect">
            <a:avLst/>
          </a:prstGeom>
          <a:gradFill flip="none" rotWithShape="1">
            <a:gsLst>
              <a:gs pos="58000">
                <a:schemeClr val="accent2"/>
              </a:gs>
              <a:gs pos="58000">
                <a:schemeClr val="accent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8BEE157-F2A3-9A93-9707-9D2968744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764" y="171177"/>
            <a:ext cx="10701092" cy="569052"/>
          </a:xfrm>
        </p:spPr>
        <p:txBody>
          <a:bodyPr>
            <a:normAutofit/>
          </a:bodyPr>
          <a:lstStyle>
            <a:lvl1pPr>
              <a:defRPr sz="320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C15B001-787B-FFB5-6B2A-6EE1F3880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765" y="872155"/>
            <a:ext cx="10701092" cy="5049254"/>
          </a:xfr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defRPr>
            </a:lvl1pPr>
            <a:lvl2pPr>
              <a:defRPr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defRPr>
            </a:lvl2pPr>
            <a:lvl3pPr>
              <a:defRPr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defRPr>
            </a:lvl3pPr>
            <a:lvl4pPr>
              <a:defRPr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defRPr>
            </a:lvl4pPr>
            <a:lvl5pPr>
              <a:defRPr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E09D2A5-33AF-B7F8-966B-BA582D5C2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6473" y="6054635"/>
            <a:ext cx="6497076" cy="274320"/>
          </a:xfrm>
        </p:spPr>
        <p:txBody>
          <a:bodyPr/>
          <a:lstStyle/>
          <a:p>
            <a:pPr>
              <a:defRPr/>
            </a:pPr>
            <a:endParaRPr lang="zh-TW" alt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DBAD842-DBB7-F5EA-1788-9FB8BD0F7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55516" y="6053335"/>
            <a:ext cx="1071936" cy="274320"/>
          </a:xfrm>
        </p:spPr>
        <p:txBody>
          <a:bodyPr/>
          <a:lstStyle>
            <a:lvl1pPr algn="r">
              <a:defRPr b="1"/>
            </a:lvl1pPr>
          </a:lstStyle>
          <a:p>
            <a:pPr>
              <a:defRPr/>
            </a:pPr>
            <a:fld id="{A664C07F-1B4E-4B53-AA43-54279C4DA7C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59961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2EA2FAB7-23F0-91EE-3B46-AE9A04697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586" y="315250"/>
            <a:ext cx="11136519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B2364DB-2433-6FEA-3E13-41BCDB08F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587" y="2016034"/>
            <a:ext cx="1113652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642B31BD-0CB1-21AE-3C7D-ADF3F224F2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588" y="6200738"/>
            <a:ext cx="246805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5ED0061-284E-1375-EBF5-3B69A49164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83557" y="6200738"/>
            <a:ext cx="728834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endParaRPr lang="zh-TW" alt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86B3E7E-4EBB-C1F2-2727-E4DAE819A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75552" y="6200738"/>
            <a:ext cx="111555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44C17B34-3B2B-4648-8E11-108A0E011466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58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code.visualstudio.com/download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7B72E3-1D1E-A70B-2F94-63AE9B1F5E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pc="-150">
                <a:latin typeface="华文宋体" panose="02010600040101010101" pitchFamily="2" charset="-122"/>
                <a:ea typeface="华文宋体" panose="02010600040101010101" pitchFamily="2" charset="-122"/>
                <a:cs typeface="Open Sans" panose="020B0606030504020204" pitchFamily="34" charset="0"/>
                <a:sym typeface="微软雅黑 Light" panose="020B0502040204020203" pitchFamily="34" charset="-122"/>
              </a:rPr>
              <a:t>Visual </a:t>
            </a:r>
            <a:r>
              <a:rPr lang="en-US" altLang="zh-TW" spc="-150" dirty="0">
                <a:latin typeface="华文宋体" panose="02010600040101010101" pitchFamily="2" charset="-122"/>
                <a:ea typeface="华文宋体" panose="02010600040101010101" pitchFamily="2" charset="-122"/>
                <a:cs typeface="Open Sans" panose="020B0606030504020204" pitchFamily="34" charset="0"/>
                <a:sym typeface="微软雅黑 Light" panose="020B0502040204020203" pitchFamily="34" charset="-122"/>
              </a:rPr>
              <a:t>Studio Code </a:t>
            </a:r>
            <a:r>
              <a:rPr lang="zh-TW" altLang="en-US" spc="-150" dirty="0">
                <a:latin typeface="华文宋体" panose="02010600040101010101" pitchFamily="2" charset="-122"/>
                <a:ea typeface="华文宋体" panose="02010600040101010101" pitchFamily="2" charset="-122"/>
                <a:cs typeface="Open Sans" panose="020B0606030504020204" pitchFamily="34" charset="0"/>
                <a:sym typeface="微软雅黑 Light" panose="020B0502040204020203" pitchFamily="34" charset="-122"/>
              </a:rPr>
              <a:t>安裝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34004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BA7ACF-620D-8C09-0EC1-83AC3CB3C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Visual Studio Code download </a:t>
            </a:r>
            <a:r>
              <a:rPr lang="zh-TW" altLang="en-US" dirty="0"/>
              <a:t>連結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B59F1D-C64D-0F4A-CC5F-D51B42BA7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https://code.visualstudio.com/download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6117B72-0695-766B-BBC9-5C4FB3963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01" y="1611983"/>
            <a:ext cx="9019485" cy="452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886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2B4346-B693-DF41-997B-DAF3B9324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安裝步驟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AECD582-8478-159F-D34A-43EB2D594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64" y="836652"/>
            <a:ext cx="7622080" cy="546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493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2B4346-B693-DF41-997B-DAF3B9324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安裝步驟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C25A3A5-D7B5-AB66-8E1E-9586B3C7E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115" y="820132"/>
            <a:ext cx="7671029" cy="555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38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2B4346-B693-DF41-997B-DAF3B9324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安裝步驟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579B4EB-E3CC-B83E-26FC-660FEA789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748" y="829558"/>
            <a:ext cx="7622217" cy="5455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647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2B4346-B693-DF41-997B-DAF3B9324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安裝步驟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2428FF9-9F26-20D5-33BB-F8380089B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225" y="895546"/>
            <a:ext cx="7424618" cy="535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229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2B4346-B693-DF41-997B-DAF3B9324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安裝步驟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85C4769-9C4D-D096-F088-1FD519720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552" y="857839"/>
            <a:ext cx="7490694" cy="537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533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2B4346-B693-DF41-997B-DAF3B9324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安裝語言套件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7EA1108-566A-B90A-1DBF-305A3100A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64" y="1124823"/>
            <a:ext cx="7430537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341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8C407F-2EEC-42DD-C037-4BB40C609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安裝延伸模組 </a:t>
            </a:r>
            <a:r>
              <a:rPr lang="en-US" altLang="zh-TW" dirty="0"/>
              <a:t>Open PHP/HTML/JS In Browser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EF70A8-FF6E-A871-79DD-AA3F60C07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檢視</a:t>
            </a:r>
            <a:r>
              <a:rPr lang="en-US" altLang="zh-TW" dirty="0"/>
              <a:t>/</a:t>
            </a:r>
            <a:r>
              <a:rPr lang="zh-TW" altLang="en-US" dirty="0"/>
              <a:t>延伸模組</a:t>
            </a:r>
            <a:endParaRPr lang="en-US" altLang="zh-TW" dirty="0"/>
          </a:p>
          <a:p>
            <a:r>
              <a:rPr lang="zh-TW" altLang="en-US" dirty="0"/>
              <a:t>欄位輸入</a:t>
            </a:r>
            <a:r>
              <a:rPr lang="en-US" altLang="zh-TW" dirty="0"/>
              <a:t>XAMP</a:t>
            </a:r>
          </a:p>
          <a:p>
            <a:r>
              <a:rPr lang="zh-TW" altLang="en-US" dirty="0"/>
              <a:t>然後選擇安裝鈕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F47E65D-82D9-2F2D-1670-561554588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965" y="936591"/>
            <a:ext cx="3648463" cy="519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55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2B4346-B693-DF41-997B-DAF3B9324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設定延伸模組</a:t>
            </a:r>
            <a:r>
              <a:rPr lang="en-US" altLang="zh-TW" dirty="0"/>
              <a:t> 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5A17774-768A-440E-A973-CBE078822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12" y="740229"/>
            <a:ext cx="5788188" cy="557595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BC3D2DF9-79BA-1467-BD07-89CE53FA9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72" y="740229"/>
            <a:ext cx="10524264" cy="566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1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第一PPT，www.1ppt.com">
  <a:themeElements>
    <a:clrScheme name="自定义 47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A7991"/>
      </a:accent1>
      <a:accent2>
        <a:srgbClr val="313846"/>
      </a:accent2>
      <a:accent3>
        <a:srgbClr val="6A7991"/>
      </a:accent3>
      <a:accent4>
        <a:srgbClr val="313846"/>
      </a:accent4>
      <a:accent5>
        <a:srgbClr val="6A7991"/>
      </a:accent5>
      <a:accent6>
        <a:srgbClr val="313846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56</Words>
  <Application>Microsoft Office PowerPoint</Application>
  <PresentationFormat>寬螢幕</PresentationFormat>
  <Paragraphs>14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9" baseType="lpstr">
      <vt:lpstr>等线</vt:lpstr>
      <vt:lpstr>等线 Light</vt:lpstr>
      <vt:lpstr>DIN Mittelschrift Std</vt:lpstr>
      <vt:lpstr>微软雅黑 Light</vt:lpstr>
      <vt:lpstr>华文宋体</vt:lpstr>
      <vt:lpstr>標楷體</vt:lpstr>
      <vt:lpstr>Arial</vt:lpstr>
      <vt:lpstr>Calibri</vt:lpstr>
      <vt:lpstr>第一PPT，www.1ppt.com</vt:lpstr>
      <vt:lpstr>Visual Studio Code 安裝 </vt:lpstr>
      <vt:lpstr>Visual Studio Code download 連結 </vt:lpstr>
      <vt:lpstr>安裝步驟</vt:lpstr>
      <vt:lpstr>安裝步驟</vt:lpstr>
      <vt:lpstr>安裝步驟</vt:lpstr>
      <vt:lpstr>安裝步驟</vt:lpstr>
      <vt:lpstr>安裝步驟</vt:lpstr>
      <vt:lpstr>安裝語言套件</vt:lpstr>
      <vt:lpstr>安裝延伸模組 Open PHP/HTML/JS In Browser</vt:lpstr>
      <vt:lpstr>設定延伸模組 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通用商务</dc:title>
  <dc:creator>第一PPT</dc:creator>
  <cp:keywords>www.1ppt.com</cp:keywords>
  <dc:description>www.1ppt.com</dc:description>
  <cp:lastModifiedBy>Philip Jan</cp:lastModifiedBy>
  <cp:revision>49</cp:revision>
  <dcterms:created xsi:type="dcterms:W3CDTF">2018-06-07T08:55:01Z</dcterms:created>
  <dcterms:modified xsi:type="dcterms:W3CDTF">2025-10-06T13:40:03Z</dcterms:modified>
</cp:coreProperties>
</file>